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89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85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52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20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57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02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4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45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22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446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052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271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597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583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824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517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52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64B00-1BE6-4BA2-8233-A71A25C1133E}" type="datetimeFigureOut">
              <a:rPr lang="fr-FR" smtClean="0"/>
              <a:t>07/12/2021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3C725-6BF3-4243-BAFC-8FD414CB07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2122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A2F95C-E553-4EB8-B53B-D882DC69D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633" y="1600200"/>
            <a:ext cx="10155155" cy="886326"/>
          </a:xfrm>
        </p:spPr>
        <p:txBody>
          <a:bodyPr/>
          <a:lstStyle/>
          <a:p>
            <a:r>
              <a:rPr lang="fr-FR" cap="none" dirty="0">
                <a:effectLst/>
                <a:latin typeface="Arial" panose="020B0604020202020204" pitchFamily="34" charset="0"/>
              </a:rPr>
              <a:t>PROJET Implantation De </a:t>
            </a:r>
            <a:r>
              <a:rPr lang="fr-FR" cap="none" dirty="0" err="1">
                <a:effectLst/>
                <a:latin typeface="Arial" panose="020B0604020202020204" pitchFamily="34" charset="0"/>
              </a:rPr>
              <a:t>LibreNMS</a:t>
            </a:r>
            <a:endParaRPr lang="fr-FR" cap="non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8A76E4-7F72-4DDD-B08D-5229BA1B5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4800" cap="none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Entreprise </a:t>
            </a:r>
            <a:r>
              <a:rPr lang="fr-FR" sz="4800" cap="none" dirty="0" err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rPr>
              <a:t>BrainNET</a:t>
            </a:r>
            <a:endParaRPr lang="fr-FR" sz="4800" cap="none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455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F486C-8FEE-490E-8A62-474AAF65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E2E0C5-D740-4E13-AD47-69181DF3A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/>
              <a:t>BrainNet</a:t>
            </a:r>
            <a:r>
              <a:rPr lang="fr-FR" dirty="0"/>
              <a:t> </a:t>
            </a:r>
          </a:p>
          <a:p>
            <a:r>
              <a:rPr lang="fr-FR" dirty="0"/>
              <a:t>Zone industriel Strasbourg </a:t>
            </a:r>
          </a:p>
          <a:p>
            <a:r>
              <a:rPr lang="fr-FR" dirty="0"/>
              <a:t>Créé en 2012</a:t>
            </a:r>
          </a:p>
          <a:p>
            <a:r>
              <a:rPr lang="fr-FR" dirty="0"/>
              <a:t>Effectifs : 13 </a:t>
            </a:r>
          </a:p>
          <a:p>
            <a:pPr lvl="1"/>
            <a:r>
              <a:rPr lang="fr-FR" dirty="0"/>
              <a:t>Un dirigeant </a:t>
            </a:r>
          </a:p>
          <a:p>
            <a:pPr lvl="1"/>
            <a:r>
              <a:rPr lang="fr-FR" dirty="0"/>
              <a:t>6 techniciens</a:t>
            </a:r>
          </a:p>
          <a:p>
            <a:pPr lvl="1"/>
            <a:r>
              <a:rPr lang="fr-FR" dirty="0"/>
              <a:t>4 informations</a:t>
            </a:r>
          </a:p>
          <a:p>
            <a:pPr lvl="1"/>
            <a:r>
              <a:rPr lang="fr-FR" dirty="0"/>
              <a:t>2 commerciaux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C908F00-0F9F-42A3-AE65-BBAD925DA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734" y="2612781"/>
            <a:ext cx="2357505" cy="2362201"/>
          </a:xfrm>
          <a:prstGeom prst="snip2DiagRect">
            <a:avLst>
              <a:gd name="adj1" fmla="val 17524"/>
              <a:gd name="adj2" fmla="val 16667"/>
            </a:avLst>
          </a:prstGeom>
          <a:solidFill>
            <a:schemeClr val="accent5"/>
          </a:solidFill>
          <a:ln w="88900" cap="sq">
            <a:solidFill>
              <a:schemeClr val="bg2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02720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074BF-C218-4403-9BCC-3885D192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78A3D6-B38E-4604-B9BB-14E597E9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96560"/>
            <a:ext cx="9905999" cy="2659398"/>
          </a:xfrm>
        </p:spPr>
        <p:txBody>
          <a:bodyPr/>
          <a:lstStyle/>
          <a:p>
            <a:r>
              <a:rPr lang="fr-FR" dirty="0"/>
              <a:t>Mise en place d’un outil de supervision des réseaux des clients qui permet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 une découverte automatique du réseau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une interface web pour gérer et représenter les informations du réseau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de faire l’inventaire du matériel réseau (router, switch…)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de remonter les alertes systèmes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un outil à faible coût de mise en place et d’exploitation </a:t>
            </a:r>
          </a:p>
        </p:txBody>
      </p:sp>
    </p:spTree>
    <p:extLst>
      <p:ext uri="{BB962C8B-B14F-4D97-AF65-F5344CB8AC3E}">
        <p14:creationId xmlns:p14="http://schemas.microsoft.com/office/powerpoint/2010/main" val="293770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13B18-D76B-4842-AAC7-2DF6A0F1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logiciel LibreNMS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E22699-F0F3-45A6-9F82-D33A61EF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Organisation de la mise en place de </a:t>
            </a:r>
            <a:r>
              <a:rPr lang="fr-FR" dirty="0" err="1"/>
              <a:t>LibreMNS</a:t>
            </a:r>
            <a:endParaRPr lang="fr-F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Installation par l’informaticien sur le server de </a:t>
            </a:r>
            <a:r>
              <a:rPr lang="fr-FR" dirty="0" err="1"/>
              <a:t>BrainNet</a:t>
            </a:r>
            <a:endParaRPr lang="fr-F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Information des clients par les commerciaux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Configuration du matériel chez les clients fait par les informaticiens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Vérification de la bonne remontée des données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A78E7F6-A94B-4311-9F4C-C3CBC18E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337" y="470473"/>
            <a:ext cx="3037214" cy="1898259"/>
          </a:xfrm>
          <a:prstGeom prst="snip2DiagRect">
            <a:avLst>
              <a:gd name="adj1" fmla="val 0"/>
              <a:gd name="adj2" fmla="val 23090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551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A6909-EE93-4B9C-B857-ED0EA6FF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6887" y="0"/>
            <a:ext cx="4954587" cy="857356"/>
          </a:xfrm>
        </p:spPr>
        <p:txBody>
          <a:bodyPr/>
          <a:lstStyle/>
          <a:p>
            <a:r>
              <a:rPr lang="fr-FR" dirty="0"/>
              <a:t>Résultat de l’interface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B05DA995-116D-4679-9D81-FD2AB6BFF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46" y="729857"/>
            <a:ext cx="11828887" cy="576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83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Personnalisé 1">
      <a:dk1>
        <a:srgbClr val="000000"/>
      </a:dk1>
      <a:lt1>
        <a:srgbClr val="FFFFFF"/>
      </a:lt1>
      <a:dk2>
        <a:srgbClr val="7B7B7B"/>
      </a:dk2>
      <a:lt2>
        <a:srgbClr val="E88C56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88C56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169</TotalTime>
  <Words>137</Words>
  <Application>Microsoft Office PowerPoint</Application>
  <PresentationFormat>Grand écran</PresentationFormat>
  <Paragraphs>25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Tw Cen MT</vt:lpstr>
      <vt:lpstr>Wingdings</vt:lpstr>
      <vt:lpstr>Circuit</vt:lpstr>
      <vt:lpstr>PROJET Implantation De LibreNMS</vt:lpstr>
      <vt:lpstr>Présentation de l’entreprise</vt:lpstr>
      <vt:lpstr>Projet</vt:lpstr>
      <vt:lpstr>logiciel LibreNMS</vt:lpstr>
      <vt:lpstr>Résultat de l’interface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Implantation De Libre NMS</dc:title>
  <dc:creator>Paul WOLFF</dc:creator>
  <cp:lastModifiedBy>Paul WOLFF</cp:lastModifiedBy>
  <cp:revision>18</cp:revision>
  <dcterms:created xsi:type="dcterms:W3CDTF">2021-12-05T09:40:24Z</dcterms:created>
  <dcterms:modified xsi:type="dcterms:W3CDTF">2021-12-07T16:37:32Z</dcterms:modified>
</cp:coreProperties>
</file>