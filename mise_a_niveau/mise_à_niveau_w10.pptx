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9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3" autoAdjust="0"/>
    <p:restoredTop sz="94598" autoAdjust="0"/>
  </p:normalViewPr>
  <p:slideViewPr>
    <p:cSldViewPr snapToGrid="0">
      <p:cViewPr varScale="1">
        <p:scale>
          <a:sx n="86" d="100"/>
          <a:sy n="86" d="100"/>
        </p:scale>
        <p:origin x="63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C00639-A511-4C3D-9C1A-97A1B50CF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4EEFC7-7709-4DF8-A59A-A98782CED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4759DD-4EE5-4EFA-BF6F-9C14BCDF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CD2F8A-E621-463B-9360-78C5C9C2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9E279C-7843-44D6-9481-1CE8E388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899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F149BF-D545-4D89-A4E6-86BD71A0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C9B439-761C-4B2F-A711-1D69BFDF0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29AA95-7E38-4A18-90F3-397F8581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1C7424-C6BF-400F-B75C-D00A5E17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3A78FD-DFC2-4D6D-B2D0-17E3629C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1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EBC694-11BC-4A48-9318-DA56F15DA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C66968-B2D6-443A-A8FF-D9846CB13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D58BBF-7943-45A9-B657-75616A8A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A8791B-3B36-4319-9879-70442268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E1FDAA-69F3-4E1B-9739-39D73FF9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347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DD49C9-A812-4722-AB6E-913C9908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F04E0D-D199-48BF-BC76-84DA58078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99B406-06C7-4EA3-8300-7C5B4284F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83F37B-2E75-41B7-BDDA-36FD26DF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941794-DD81-4A3B-A8B7-FC2AD248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B7C9A-6315-4ACE-A8E4-08C7D306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4498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E76593-35BD-4796-9822-3CAC83B6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14C9FF-BB79-4583-9F92-B6A9F4DD2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0443A4-6EC6-45B7-8BC0-3AEA5D31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DD6DF05-9180-44DA-8260-A4645C9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B0D33D-0F99-49AF-9966-163ED9689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030C556-4474-4F1C-B4DE-A69156CE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A53B0F4-0350-4CA5-8FED-ACFE4C05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5C3ACAA-3AB1-452A-A2AE-3ECF3E14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4024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91FA7B-E5AB-42B0-9F45-2E0A8E68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C77FF3B-6920-403A-8BB2-25DC33F7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6AE177-DB26-4ED1-80D7-298A51A4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094162-9285-405C-B77B-46ADB02B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46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250374-9DAC-49FA-9049-25834DFA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91D633-CA38-4755-9CDB-0622E774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ACBE85-3378-475E-8BF2-0B546F4B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12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B4712B-B406-4E77-94D1-FD31A054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58ED24-19C3-4F42-BCB4-36FE3BF29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A66C3D-85F9-4C8E-97CE-DCD5C42E2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F43CE4-2A0F-48A6-8816-8F27F2D9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D12AAD-070F-4F6D-BF1D-AD90E5B6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B85B58-C1DD-4E90-9F05-3A4B7AC9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751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858A8-AAA4-4924-956B-99D86DDB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8C6AB2D-147B-4336-8259-3BDC24226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78A856-9D6F-4CA1-8F58-31AFC4D16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3B17A4-17BE-4285-8528-8A4B0F37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2C3659-AEAD-4830-A7DB-06AA98B9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EBDE1E-657E-443C-87B3-01EA205D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13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C81BC8-C7DC-49E8-965F-8C8C0A5C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33E3AF-AC33-4FD7-8D8D-5776813EE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C15DC7-8F20-4470-A005-533AB140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11189E-7736-41DB-A26E-4DF05072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4B12DC-EEA9-4B82-9983-AE055775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12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1634DD-E478-48BC-BFDB-D45391C92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157F7D-C847-4259-A9EC-8D03D3AD2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70AB13-BAE0-4CA4-B08A-B5F67F51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F99ABC-BB96-49DC-96F0-A94E6E9F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FAE674-86BF-46AB-A456-3446A0EE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608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5D1023E-DF70-48E0-BED2-BD0FCDC3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CD0ACA-0E68-4828-9721-D600C37D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D20655-FC32-4A55-944F-6D958447C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1A5BBD-F89C-4A3E-861C-D63D57AE9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FD6A06-D40F-4B90-8D35-592EE67A1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0202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FBF073-7A39-4527-8546-CD4DE9DEA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/>
              <a:t>Montée de version Windows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 15" descr="Une image contenant texte, moniteur, écran, équipement électronique&#10;&#10;Description générée automatiquement">
            <a:extLst>
              <a:ext uri="{FF2B5EF4-FFF2-40B4-BE49-F238E27FC236}">
                <a16:creationId xmlns:a16="http://schemas.microsoft.com/office/drawing/2014/main" id="{4DCE49FD-6B4C-4DDD-95D2-9E7F2FEDE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515" y="2375570"/>
            <a:ext cx="4254899" cy="402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20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9B1C3C-1275-49D5-88DD-DCECFB53B130}"/>
              </a:ext>
            </a:extLst>
          </p:cNvPr>
          <p:cNvSpPr txBox="1"/>
          <p:nvPr/>
        </p:nvSpPr>
        <p:spPr>
          <a:xfrm>
            <a:off x="733887" y="749059"/>
            <a:ext cx="6661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Groupe Escal Escargots d'Alsace SA </a:t>
            </a:r>
            <a:endParaRPr lang="fr-FR" sz="32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6C61979-60BA-4720-B5E9-AF5D759B5BC7}"/>
              </a:ext>
            </a:extLst>
          </p:cNvPr>
          <p:cNvSpPr txBox="1"/>
          <p:nvPr/>
        </p:nvSpPr>
        <p:spPr>
          <a:xfrm>
            <a:off x="6424473" y="5726727"/>
            <a:ext cx="3563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Bâtiment : 12 000 m²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078503-2D42-46A3-8AB1-7C20B176B398}"/>
              </a:ext>
            </a:extLst>
          </p:cNvPr>
          <p:cNvSpPr txBox="1"/>
          <p:nvPr/>
        </p:nvSpPr>
        <p:spPr>
          <a:xfrm>
            <a:off x="1358284" y="5516055"/>
            <a:ext cx="4074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Agroalimentaire spécialisé dans les produits  surgelés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7DE019-BCCF-4DE4-8EEA-94652AAC7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39" y="450526"/>
            <a:ext cx="2562225" cy="17907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64FA82F-EF23-4AC2-9AC6-9D2E9225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474" y="3417332"/>
            <a:ext cx="4844716" cy="181676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396F666-D37C-44E0-89D8-24BB013B519D}"/>
              </a:ext>
            </a:extLst>
          </p:cNvPr>
          <p:cNvSpPr txBox="1"/>
          <p:nvPr/>
        </p:nvSpPr>
        <p:spPr>
          <a:xfrm>
            <a:off x="6424474" y="5409461"/>
            <a:ext cx="3563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Port du Rhin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9ACE34A-5575-4252-87C3-4DC0218EC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546" y="2315593"/>
            <a:ext cx="3093868" cy="309386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CE56949-E8D1-4275-8268-B90F8774A25D}"/>
              </a:ext>
            </a:extLst>
          </p:cNvPr>
          <p:cNvSpPr txBox="1"/>
          <p:nvPr/>
        </p:nvSpPr>
        <p:spPr>
          <a:xfrm>
            <a:off x="816746" y="1289874"/>
            <a:ext cx="4465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Nombre de personne: 300 personnes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39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1D9F7-1315-4E53-B9CF-0262765E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BDB710-E5BC-467A-A9D2-7E6741D34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Montée de version du système d’exploitation Windows pour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mettre à niveau tous les PC du site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meilleur performance des PC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améliorer la sécurité des PC et des données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pouvoir installer des nouveaux logiciels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Garantir la compatibilité de l’ensemble   </a:t>
            </a:r>
          </a:p>
        </p:txBody>
      </p:sp>
    </p:spTree>
    <p:extLst>
      <p:ext uri="{BB962C8B-B14F-4D97-AF65-F5344CB8AC3E}">
        <p14:creationId xmlns:p14="http://schemas.microsoft.com/office/powerpoint/2010/main" val="134760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53A60B-F7F5-45D2-99D2-C39239147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Système d’exploitation Windows 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CB1337-805B-4F9B-BFDB-D7FB17E6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5084"/>
          </a:xfrm>
        </p:spPr>
        <p:txBody>
          <a:bodyPr/>
          <a:lstStyle/>
          <a:p>
            <a:r>
              <a:rPr lang="fr-FR" dirty="0"/>
              <a:t>Organisation de la montée de version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Inventaire des PC en Windows XP, 7 et 8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Information des personnes concernées sur la montée de version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Planning de montée de version poste par poste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application du planning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Vérification de la compatibilité générale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82B2F60-F1F2-492B-9195-841007764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680" y="4580709"/>
            <a:ext cx="1570587" cy="1561812"/>
          </a:xfrm>
          <a:prstGeom prst="rect">
            <a:avLst/>
          </a:prstGeom>
        </p:spPr>
      </p:pic>
      <p:pic>
        <p:nvPicPr>
          <p:cNvPr id="7" name="Image 6" descr="Une image contenant texte, moniteur, écran, équipement électronique&#10;&#10;Description générée automatiquement">
            <a:extLst>
              <a:ext uri="{FF2B5EF4-FFF2-40B4-BE49-F238E27FC236}">
                <a16:creationId xmlns:a16="http://schemas.microsoft.com/office/drawing/2014/main" id="{09E5877C-B7F0-4144-A42C-C952B7EC2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981" y="4141090"/>
            <a:ext cx="2485802" cy="2351785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A59EB732-2CF8-4CE0-8F6F-3B15963383A6}"/>
              </a:ext>
            </a:extLst>
          </p:cNvPr>
          <p:cNvSpPr/>
          <p:nvPr/>
        </p:nvSpPr>
        <p:spPr>
          <a:xfrm>
            <a:off x="3405051" y="4911634"/>
            <a:ext cx="2281646" cy="809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46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220483-13D9-4962-8733-3D1F0B22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668" y="98795"/>
            <a:ext cx="10515600" cy="771217"/>
          </a:xfrm>
        </p:spPr>
        <p:txBody>
          <a:bodyPr/>
          <a:lstStyle/>
          <a:p>
            <a:r>
              <a:rPr lang="fr-FR" dirty="0"/>
              <a:t>Montée de version final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99E6224-8EA5-439B-A066-E32004083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94" y="1752229"/>
            <a:ext cx="2126942" cy="127616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3C17F92-2805-4A14-9E2B-DC0F44EEB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11" y="3829607"/>
            <a:ext cx="2410323" cy="1874696"/>
          </a:xfrm>
          <a:prstGeom prst="rect">
            <a:avLst/>
          </a:prstGeom>
        </p:spPr>
      </p:pic>
      <p:pic>
        <p:nvPicPr>
          <p:cNvPr id="5" name="Image 4" descr="Une image contenant texte, moniteur, écran, équipement électronique&#10;&#10;Description générée automatiquement">
            <a:extLst>
              <a:ext uri="{FF2B5EF4-FFF2-40B4-BE49-F238E27FC236}">
                <a16:creationId xmlns:a16="http://schemas.microsoft.com/office/drawing/2014/main" id="{DC472BFA-360D-4C71-8780-BFA0595E1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647" y="2703648"/>
            <a:ext cx="2485802" cy="2351785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2D1AA86F-57AA-42C9-AE66-9A6D717F46E2}"/>
              </a:ext>
            </a:extLst>
          </p:cNvPr>
          <p:cNvSpPr/>
          <p:nvPr/>
        </p:nvSpPr>
        <p:spPr>
          <a:xfrm>
            <a:off x="3086470" y="3338003"/>
            <a:ext cx="1663083" cy="1083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90B3AF1-712E-4373-B803-0EAEDAE2DD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62" y="3478437"/>
            <a:ext cx="2370766" cy="702340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F0017530-0D45-4C7A-9134-89B0A52712E0}"/>
              </a:ext>
            </a:extLst>
          </p:cNvPr>
          <p:cNvSpPr/>
          <p:nvPr/>
        </p:nvSpPr>
        <p:spPr>
          <a:xfrm>
            <a:off x="7649543" y="3328017"/>
            <a:ext cx="1781450" cy="1003178"/>
          </a:xfrm>
          <a:prstGeom prst="rightArrow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74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125</Words>
  <Application>Microsoft Office PowerPoint</Application>
  <PresentationFormat>Grand écran</PresentationFormat>
  <Paragraphs>22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Thème Office</vt:lpstr>
      <vt:lpstr>Montée de version Windows</vt:lpstr>
      <vt:lpstr>Présentation PowerPoint</vt:lpstr>
      <vt:lpstr>Projet</vt:lpstr>
      <vt:lpstr>Système d’exploitation Windows 10</vt:lpstr>
      <vt:lpstr>Montée de version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Rénovation d’une partie du réseau</dc:title>
  <dc:creator>Paul WOLFF</dc:creator>
  <cp:lastModifiedBy>Paul WOLFF</cp:lastModifiedBy>
  <cp:revision>82</cp:revision>
  <dcterms:created xsi:type="dcterms:W3CDTF">2021-06-13T07:48:41Z</dcterms:created>
  <dcterms:modified xsi:type="dcterms:W3CDTF">2021-12-07T16:16:07Z</dcterms:modified>
</cp:coreProperties>
</file>