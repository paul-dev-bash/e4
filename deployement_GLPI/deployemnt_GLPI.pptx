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9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23" autoAdjust="0"/>
    <p:restoredTop sz="94598" autoAdjust="0"/>
  </p:normalViewPr>
  <p:slideViewPr>
    <p:cSldViewPr snapToGrid="0">
      <p:cViewPr varScale="1">
        <p:scale>
          <a:sx n="86" d="100"/>
          <a:sy n="86" d="100"/>
        </p:scale>
        <p:origin x="638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C00639-A511-4C3D-9C1A-97A1B50CF1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B4EEFC7-7709-4DF8-A59A-A98782CED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4759DD-4EE5-4EFA-BF6F-9C14BCDF7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F986-A875-4577-8BCC-2D0A39841AD6}" type="datetimeFigureOut">
              <a:rPr lang="fr-FR" smtClean="0"/>
              <a:t>07/12/2021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ECD2F8A-E621-463B-9360-78C5C9C2E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09E279C-7843-44D6-9481-1CE8E3886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F94-1B5A-4675-B1F5-F36B76F803A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78991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F149BF-D545-4D89-A4E6-86BD71A03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DC9B439-761C-4B2F-A711-1D69BFDF0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29AA95-7E38-4A18-90F3-397F85816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F986-A875-4577-8BCC-2D0A39841AD6}" type="datetimeFigureOut">
              <a:rPr lang="fr-FR" smtClean="0"/>
              <a:t>07/12/2021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1C7424-C6BF-400F-B75C-D00A5E17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43A78FD-DFC2-4D6D-B2D0-17E3629C2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F94-1B5A-4675-B1F5-F36B76F803A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7519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EBC694-11BC-4A48-9318-DA56F15DA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FC66968-B2D6-443A-A8FF-D9846CB13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D58BBF-7943-45A9-B657-75616A8A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F986-A875-4577-8BCC-2D0A39841AD6}" type="datetimeFigureOut">
              <a:rPr lang="fr-FR" smtClean="0"/>
              <a:t>07/12/2021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A8791B-3B36-4319-9879-704422689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E1FDAA-69F3-4E1B-9739-39D73FF98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F94-1B5A-4675-B1F5-F36B76F803A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93478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DD49C9-A812-4722-AB6E-913C9908E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7F04E0D-D199-48BF-BC76-84DA580780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199B406-06C7-4EA3-8300-7C5B4284F7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283F37B-2E75-41B7-BDDA-36FD26DFA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F986-A875-4577-8BCC-2D0A39841AD6}" type="datetimeFigureOut">
              <a:rPr lang="fr-FR" smtClean="0"/>
              <a:t>07/12/2021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1941794-DD81-4A3B-A8B7-FC2AD2485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DB7C9A-6315-4ACE-A8E4-08C7D3065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F94-1B5A-4675-B1F5-F36B76F803A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4498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E76593-35BD-4796-9822-3CAC83B68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C14C9FF-BB79-4583-9F92-B6A9F4DD2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60443A4-6EC6-45B7-8BC0-3AEA5D317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DD6DF05-9180-44DA-8260-A4645C96C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3B0D33D-0F99-49AF-9966-163ED9689C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030C556-4474-4F1C-B4DE-A69156CEA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F986-A875-4577-8BCC-2D0A39841AD6}" type="datetimeFigureOut">
              <a:rPr lang="fr-FR" smtClean="0"/>
              <a:t>07/12/2021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A53B0F4-0350-4CA5-8FED-ACFE4C05B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5C3ACAA-3AB1-452A-A2AE-3ECF3E140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F94-1B5A-4675-B1F5-F36B76F803A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44024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91FA7B-E5AB-42B0-9F45-2E0A8E680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C77FF3B-6920-403A-8BB2-25DC33F71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F986-A875-4577-8BCC-2D0A39841AD6}" type="datetimeFigureOut">
              <a:rPr lang="fr-FR" smtClean="0"/>
              <a:t>07/12/2021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F6AE177-DB26-4ED1-80D7-298A51A42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0094162-9285-405C-B77B-46ADB02B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F94-1B5A-4675-B1F5-F36B76F803A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46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5250374-9DAC-49FA-9049-25834DFA3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F986-A875-4577-8BCC-2D0A39841AD6}" type="datetimeFigureOut">
              <a:rPr lang="fr-FR" smtClean="0"/>
              <a:t>07/12/2021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091D633-CA38-4755-9CDB-0622E7745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5ACBE85-3378-475E-8BF2-0B546F4B8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F94-1B5A-4675-B1F5-F36B76F803A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8123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B4712B-B406-4E77-94D1-FD31A0541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58ED24-19C3-4F42-BCB4-36FE3BF29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3A66C3D-85F9-4C8E-97CE-DCD5C42E2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5F43CE4-2A0F-48A6-8816-8F27F2D9F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F986-A875-4577-8BCC-2D0A39841AD6}" type="datetimeFigureOut">
              <a:rPr lang="fr-FR" smtClean="0"/>
              <a:t>07/12/2021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5D12AAD-070F-4F6D-BF1D-AD90E5B6B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8B85B58-C1DD-4E90-9F05-3A4B7AC94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F94-1B5A-4675-B1F5-F36B76F803A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07517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6858A8-AAA4-4924-956B-99D86DDB5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8C6AB2D-147B-4336-8259-3BDC242267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778A856-9D6F-4CA1-8F58-31AFC4D16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F3B17A4-17BE-4285-8528-8A4B0F37A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F986-A875-4577-8BCC-2D0A39841AD6}" type="datetimeFigureOut">
              <a:rPr lang="fr-FR" smtClean="0"/>
              <a:t>07/12/2021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62C3659-AEAD-4830-A7DB-06AA98B93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DEBDE1E-657E-443C-87B3-01EA205D0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F94-1B5A-4675-B1F5-F36B76F803A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135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C81BC8-C7DC-49E8-965F-8C8C0A5C7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D33E3AF-AC33-4FD7-8D8D-5776813EE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C15DC7-8F20-4470-A005-533AB1407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F986-A875-4577-8BCC-2D0A39841AD6}" type="datetimeFigureOut">
              <a:rPr lang="fr-FR" smtClean="0"/>
              <a:t>07/12/2021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11189E-7736-41DB-A26E-4DF050722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4B12DC-EEA9-4B82-9983-AE0557751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F94-1B5A-4675-B1F5-F36B76F803A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0120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A1634DD-E478-48BC-BFDB-D45391C926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2157F7D-C847-4259-A9EC-8D03D3AD27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70AB13-BAE0-4CA4-B08A-B5F67F511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4F986-A875-4577-8BCC-2D0A39841AD6}" type="datetimeFigureOut">
              <a:rPr lang="fr-FR" smtClean="0"/>
              <a:t>07/12/2021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F99ABC-BB96-49DC-96F0-A94E6E9F2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FAE674-86BF-46AB-A456-3446A0EE7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36CF94-1B5A-4675-B1F5-F36B76F803A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16089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5D1023E-DF70-48E0-BED2-BD0FCDC36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5CD0ACA-0E68-4828-9721-D600C37D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D20655-FC32-4A55-944F-6D958447C2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4F986-A875-4577-8BCC-2D0A39841AD6}" type="datetimeFigureOut">
              <a:rPr lang="fr-FR" smtClean="0"/>
              <a:t>07/12/2021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1A5BBD-F89C-4A3E-861C-D63D57AE9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FD6A06-D40F-4B90-8D35-592EE67A1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36CF94-1B5A-4675-B1F5-F36B76F803A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50202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../E5_pratique/mission_2/manuel_instalation_&amp;_configuration_GLPI.docx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EB41C5C-0F34-4DDA-9D7C-5E717F35F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384" y="303591"/>
            <a:ext cx="4334256" cy="589674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0FBF073-7A39-4527-8546-CD4DE9DEAC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508" y="544627"/>
            <a:ext cx="3822192" cy="126736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fr-FR" sz="3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Inventaire</a:t>
            </a:r>
            <a:r>
              <a:rPr lang="en-US" sz="3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du parc </a:t>
            </a:r>
            <a:r>
              <a:rPr lang="fr-FR" sz="3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informatique</a:t>
            </a:r>
            <a:r>
              <a:rPr lang="en-US" sz="3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reseau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E1E5E6-F385-4E9C-B201-BA5BDE5CA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4088" y="2050687"/>
            <a:ext cx="3685032" cy="0"/>
          </a:xfrm>
          <a:prstGeom prst="line">
            <a:avLst/>
          </a:prstGeom>
          <a:ln w="2222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D801D68E-0D6F-4A84-A92C-4C9F67F409B1}"/>
              </a:ext>
            </a:extLst>
          </p:cNvPr>
          <p:cNvSpPr txBox="1"/>
          <p:nvPr/>
        </p:nvSpPr>
        <p:spPr>
          <a:xfrm>
            <a:off x="593610" y="2837793"/>
            <a:ext cx="3978390" cy="3056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chemeClr val="bg1"/>
                </a:solidFill>
              </a:rPr>
              <a:t>Inventaire</a:t>
            </a:r>
            <a:r>
              <a:rPr lang="en-US" sz="2000" dirty="0">
                <a:solidFill>
                  <a:schemeClr val="bg1"/>
                </a:solidFill>
              </a:rPr>
              <a:t> sur les 3 sites</a:t>
            </a:r>
          </a:p>
          <a:p>
            <a:pPr marL="685800" lvl="2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Site </a:t>
            </a:r>
            <a:r>
              <a:rPr lang="en-US" sz="2000" dirty="0" err="1">
                <a:solidFill>
                  <a:schemeClr val="bg1"/>
                </a:solidFill>
              </a:rPr>
              <a:t>Escal</a:t>
            </a:r>
            <a:r>
              <a:rPr lang="en-US" sz="2000" dirty="0">
                <a:solidFill>
                  <a:schemeClr val="bg1"/>
                </a:solidFill>
              </a:rPr>
              <a:t> de Strasbourg </a:t>
            </a:r>
          </a:p>
          <a:p>
            <a:pPr marL="685800" lvl="2">
              <a:lnSpc>
                <a:spcPct val="90000"/>
              </a:lnSpc>
              <a:spcAft>
                <a:spcPts val="600"/>
              </a:spcAft>
            </a:pPr>
            <a:endParaRPr lang="en-US" sz="2000" dirty="0">
              <a:solidFill>
                <a:schemeClr val="bg1"/>
              </a:solidFill>
            </a:endParaRPr>
          </a:p>
          <a:p>
            <a:pPr marL="685800" lvl="2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Site </a:t>
            </a:r>
            <a:r>
              <a:rPr lang="en-US" sz="2000" dirty="0" err="1">
                <a:solidFill>
                  <a:schemeClr val="bg1"/>
                </a:solidFill>
              </a:rPr>
              <a:t>Kauffer’s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d’Alsace</a:t>
            </a:r>
            <a:r>
              <a:rPr lang="en-US" sz="2000" dirty="0">
                <a:solidFill>
                  <a:schemeClr val="bg1"/>
                </a:solidFill>
              </a:rPr>
              <a:t> de </a:t>
            </a:r>
            <a:r>
              <a:rPr lang="en-US" sz="2000" dirty="0" err="1">
                <a:solidFill>
                  <a:schemeClr val="bg1"/>
                </a:solidFill>
              </a:rPr>
              <a:t>Brumath</a:t>
            </a:r>
            <a:endParaRPr lang="en-US" sz="2000" dirty="0">
              <a:solidFill>
                <a:schemeClr val="bg1"/>
              </a:solidFill>
            </a:endParaRPr>
          </a:p>
          <a:p>
            <a:pPr marL="685800" lvl="2">
              <a:lnSpc>
                <a:spcPct val="90000"/>
              </a:lnSpc>
              <a:spcAft>
                <a:spcPts val="600"/>
              </a:spcAft>
            </a:pPr>
            <a:endParaRPr lang="en-US" sz="2000" dirty="0">
              <a:solidFill>
                <a:schemeClr val="bg1"/>
              </a:solidFill>
            </a:endParaRPr>
          </a:p>
          <a:p>
            <a:pPr marL="685800" lvl="2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bg1"/>
                </a:solidFill>
              </a:rPr>
              <a:t>Site Gourmet </a:t>
            </a:r>
            <a:r>
              <a:rPr lang="en-US" sz="2000" dirty="0" err="1">
                <a:solidFill>
                  <a:schemeClr val="bg1"/>
                </a:solidFill>
              </a:rPr>
              <a:t>d’Alsace</a:t>
            </a:r>
            <a:r>
              <a:rPr lang="en-US" sz="2000" dirty="0">
                <a:solidFill>
                  <a:schemeClr val="bg1"/>
                </a:solidFill>
              </a:rPr>
              <a:t>  de </a:t>
            </a:r>
            <a:r>
              <a:rPr lang="en-US" sz="2000" dirty="0" err="1">
                <a:solidFill>
                  <a:schemeClr val="bg1"/>
                </a:solidFill>
              </a:rPr>
              <a:t>Neunhoffen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4227104-5D0D-4F4B-BFDE-4808706A51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426" r="32077" b="15110"/>
          <a:stretch/>
        </p:blipFill>
        <p:spPr>
          <a:xfrm>
            <a:off x="6640928" y="303591"/>
            <a:ext cx="2615943" cy="5896743"/>
          </a:xfrm>
          <a:prstGeom prst="rect">
            <a:avLst/>
          </a:prstGeom>
        </p:spPr>
      </p:pic>
      <p:sp>
        <p:nvSpPr>
          <p:cNvPr id="7" name="Larme 6">
            <a:extLst>
              <a:ext uri="{FF2B5EF4-FFF2-40B4-BE49-F238E27FC236}">
                <a16:creationId xmlns:a16="http://schemas.microsoft.com/office/drawing/2014/main" id="{109B32BD-FD4B-4ED1-91E2-917D02035256}"/>
              </a:ext>
            </a:extLst>
          </p:cNvPr>
          <p:cNvSpPr/>
          <p:nvPr/>
        </p:nvSpPr>
        <p:spPr>
          <a:xfrm rot="8100000">
            <a:off x="7563128" y="3592894"/>
            <a:ext cx="360000" cy="360000"/>
          </a:xfrm>
          <a:prstGeom prst="teardrop">
            <a:avLst>
              <a:gd name="adj" fmla="val 144562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Larme 10">
            <a:extLst>
              <a:ext uri="{FF2B5EF4-FFF2-40B4-BE49-F238E27FC236}">
                <a16:creationId xmlns:a16="http://schemas.microsoft.com/office/drawing/2014/main" id="{CF396E28-0BF7-4588-B559-39F4316B0ABA}"/>
              </a:ext>
            </a:extLst>
          </p:cNvPr>
          <p:cNvSpPr/>
          <p:nvPr/>
        </p:nvSpPr>
        <p:spPr>
          <a:xfrm rot="8100000">
            <a:off x="7010465" y="645134"/>
            <a:ext cx="360000" cy="360000"/>
          </a:xfrm>
          <a:prstGeom prst="teardrop">
            <a:avLst>
              <a:gd name="adj" fmla="val 1445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Larme 12">
            <a:extLst>
              <a:ext uri="{FF2B5EF4-FFF2-40B4-BE49-F238E27FC236}">
                <a16:creationId xmlns:a16="http://schemas.microsoft.com/office/drawing/2014/main" id="{F87287EF-E7D3-48BB-9579-CB6E71AC902F}"/>
              </a:ext>
            </a:extLst>
          </p:cNvPr>
          <p:cNvSpPr/>
          <p:nvPr/>
        </p:nvSpPr>
        <p:spPr>
          <a:xfrm rot="8100000">
            <a:off x="8072245" y="4840447"/>
            <a:ext cx="360000" cy="360000"/>
          </a:xfrm>
          <a:prstGeom prst="teardrop">
            <a:avLst>
              <a:gd name="adj" fmla="val 144562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6" name="Larme 15">
            <a:extLst>
              <a:ext uri="{FF2B5EF4-FFF2-40B4-BE49-F238E27FC236}">
                <a16:creationId xmlns:a16="http://schemas.microsoft.com/office/drawing/2014/main" id="{27EA2A95-E7C3-41FB-92D2-FE6BFDAA755B}"/>
              </a:ext>
            </a:extLst>
          </p:cNvPr>
          <p:cNvSpPr/>
          <p:nvPr/>
        </p:nvSpPr>
        <p:spPr>
          <a:xfrm rot="7996941">
            <a:off x="1008833" y="4951259"/>
            <a:ext cx="198000" cy="197644"/>
          </a:xfrm>
          <a:prstGeom prst="teardrop">
            <a:avLst>
              <a:gd name="adj" fmla="val 1445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Larme 16">
            <a:extLst>
              <a:ext uri="{FF2B5EF4-FFF2-40B4-BE49-F238E27FC236}">
                <a16:creationId xmlns:a16="http://schemas.microsoft.com/office/drawing/2014/main" id="{F1878E3B-ABEB-4177-BA86-B377B686C797}"/>
              </a:ext>
            </a:extLst>
          </p:cNvPr>
          <p:cNvSpPr/>
          <p:nvPr/>
        </p:nvSpPr>
        <p:spPr>
          <a:xfrm rot="8100000">
            <a:off x="1009132" y="3267135"/>
            <a:ext cx="198000" cy="197644"/>
          </a:xfrm>
          <a:prstGeom prst="teardrop">
            <a:avLst>
              <a:gd name="adj" fmla="val 144562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Larme 17">
            <a:extLst>
              <a:ext uri="{FF2B5EF4-FFF2-40B4-BE49-F238E27FC236}">
                <a16:creationId xmlns:a16="http://schemas.microsoft.com/office/drawing/2014/main" id="{9F6817D5-B1D0-44B9-AF91-9A6B2BC771C1}"/>
              </a:ext>
            </a:extLst>
          </p:cNvPr>
          <p:cNvSpPr/>
          <p:nvPr/>
        </p:nvSpPr>
        <p:spPr>
          <a:xfrm rot="8100000">
            <a:off x="1009133" y="3966067"/>
            <a:ext cx="198000" cy="197644"/>
          </a:xfrm>
          <a:prstGeom prst="teardrop">
            <a:avLst>
              <a:gd name="adj" fmla="val 144562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7020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6A7DE019-BCCF-4DE4-8EEA-94652AAC7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167" y="1463103"/>
            <a:ext cx="2562225" cy="1790700"/>
          </a:xfrm>
          <a:prstGeom prst="rect">
            <a:avLst/>
          </a:prstGeom>
        </p:spPr>
      </p:pic>
      <p:pic>
        <p:nvPicPr>
          <p:cNvPr id="12" name="Graphique 11">
            <a:extLst>
              <a:ext uri="{FF2B5EF4-FFF2-40B4-BE49-F238E27FC236}">
                <a16:creationId xmlns:a16="http://schemas.microsoft.com/office/drawing/2014/main" id="{045E0C00-D7C0-4DAB-A910-BECCFD9073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7712" y="4304349"/>
            <a:ext cx="5386438" cy="155892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D0141DFA-80FF-4DA8-BB25-20AC709191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59" y="4188462"/>
            <a:ext cx="5864841" cy="1790700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1ED4CCE9-67E4-44E6-A43F-B33B67494AFC}"/>
              </a:ext>
            </a:extLst>
          </p:cNvPr>
          <p:cNvSpPr txBox="1"/>
          <p:nvPr/>
        </p:nvSpPr>
        <p:spPr>
          <a:xfrm>
            <a:off x="309681" y="416767"/>
            <a:ext cx="6661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Groupe Escal Escargots d'Alsace SA </a:t>
            </a:r>
            <a:endParaRPr lang="fr-FR" sz="3200" b="1" dirty="0"/>
          </a:p>
        </p:txBody>
      </p:sp>
    </p:spTree>
    <p:extLst>
      <p:ext uri="{BB962C8B-B14F-4D97-AF65-F5344CB8AC3E}">
        <p14:creationId xmlns:p14="http://schemas.microsoft.com/office/powerpoint/2010/main" val="400397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31D9F7-1315-4E53-B9CF-0262765E1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BDB710-E5BC-467A-A9D2-7E6741D34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Mise en place d’un outil d’automatisation l’inventaire du parc réseau qui permet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de connaitre tout le matériel existant sur chacun des 3 sites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d’optimiser la gestion du parc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de centraliser l’information du parc sur le site de Strasbourg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exploitation gratuite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simple à mettre en place et à utiliser</a:t>
            </a:r>
          </a:p>
        </p:txBody>
      </p:sp>
    </p:spTree>
    <p:extLst>
      <p:ext uri="{BB962C8B-B14F-4D97-AF65-F5344CB8AC3E}">
        <p14:creationId xmlns:p14="http://schemas.microsoft.com/office/powerpoint/2010/main" val="1347603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53A60B-F7F5-45D2-99D2-C39239147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Logiciel GLPI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CB1337-805B-4F9B-BFDB-D7FB17E65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344025" cy="2413000"/>
          </a:xfrm>
        </p:spPr>
        <p:txBody>
          <a:bodyPr>
            <a:normAutofit/>
          </a:bodyPr>
          <a:lstStyle/>
          <a:p>
            <a:r>
              <a:rPr lang="fr-FR" dirty="0"/>
              <a:t>Organisation de l’implantation de GLPI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installation par l’apprenti sur le server dédié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test sur un PC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déploiement du logiciel sur le site de Strasbourg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déploiement sur le site de Brumath puis de </a:t>
            </a:r>
            <a:r>
              <a:rPr lang="fr-FR" dirty="0" err="1"/>
              <a:t>Neunhoffen</a:t>
            </a:r>
            <a:endParaRPr lang="fr-FR" dirty="0"/>
          </a:p>
          <a:p>
            <a:pPr marL="457200" lvl="1" indent="0">
              <a:buNone/>
            </a:pP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B97EBE3-65C7-42AE-B6C8-3EEACB138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6300" y="365125"/>
            <a:ext cx="2857500" cy="1571625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8B9D882-4645-4BFD-85F8-62FF15E2F07C}"/>
              </a:ext>
            </a:extLst>
          </p:cNvPr>
          <p:cNvSpPr txBox="1"/>
          <p:nvPr/>
        </p:nvSpPr>
        <p:spPr>
          <a:xfrm>
            <a:off x="630315" y="4447713"/>
            <a:ext cx="4447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hlinkClick r:id="rId3" action="ppaction://hlinkfile"/>
              </a:rPr>
              <a:t>Document technique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34462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220483-13D9-4962-8733-3D1F0B222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668" y="98795"/>
            <a:ext cx="6393032" cy="771217"/>
          </a:xfrm>
        </p:spPr>
        <p:txBody>
          <a:bodyPr/>
          <a:lstStyle/>
          <a:p>
            <a:r>
              <a:rPr lang="fr-FR" dirty="0"/>
              <a:t>Résultat de l’inventaire test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2A49BEA6-4CA9-4BF1-ACD9-8B56B369A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19" y="983646"/>
            <a:ext cx="11303995" cy="489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740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683</TotalTime>
  <Words>127</Words>
  <Application>Microsoft Office PowerPoint</Application>
  <PresentationFormat>Grand écran</PresentationFormat>
  <Paragraphs>23</Paragraphs>
  <Slides>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Thème Office</vt:lpstr>
      <vt:lpstr>Inventaire du parc informatique reseau</vt:lpstr>
      <vt:lpstr>Présentation PowerPoint</vt:lpstr>
      <vt:lpstr>Projet</vt:lpstr>
      <vt:lpstr>Logiciel GLPI</vt:lpstr>
      <vt:lpstr>Résultat de l’inventaire test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Rénovation d’une partie du réseau</dc:title>
  <dc:creator>Paul WOLFF</dc:creator>
  <cp:lastModifiedBy>Paul WOLFF</cp:lastModifiedBy>
  <cp:revision>79</cp:revision>
  <dcterms:created xsi:type="dcterms:W3CDTF">2021-06-13T07:48:41Z</dcterms:created>
  <dcterms:modified xsi:type="dcterms:W3CDTF">2021-12-07T16:32:06Z</dcterms:modified>
</cp:coreProperties>
</file>